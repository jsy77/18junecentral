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5593-6A0B-E2B6-3BB1-31462641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F53D9-792E-968F-82D4-C11F521AA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AA62-5EA8-DBEB-DE43-C347E1E7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975-844D-CA88-7218-6BC94ACC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30E85-8E81-9858-74A4-57E1A469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82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1F5E-CE71-C93A-27E5-62CD1F35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51447-D151-7F28-D66E-777D959A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2452-56E9-1160-73EA-72CFDC1C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BF09-469A-25CB-A2E8-452A799F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F0D9E-8245-0BED-7A91-C64BB91B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0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17F4-DC3E-D8E9-CDB4-876C9302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E4C0D-74A2-23E0-A558-23C4EF64F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400BB-5D6E-F87F-C202-41E13243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57E5-B134-D8E7-373C-4E454DAA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2EB71-8247-73CD-0283-CA2CDE6B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D796-F8FE-37C7-FA11-FE8FADD6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5010-2B3C-5B46-2686-71E35D948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C3406-C113-FB2E-B0F3-34F77738C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08F04-0A0D-C724-5178-3640AD3C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78E76-0199-88EE-DA5D-C48BF513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C5AAC-E7DC-ED1D-8DF0-425DDE0E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E192-64E1-3D43-5D2F-16D989C8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A0D9D-87C5-6120-4256-530CA24CA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C6BEF-60D7-5F15-574D-BDF3AD5B2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427F94-1A93-9D13-042D-187ABFED1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D4A573-FBE3-7F49-4DAE-C24F4EE08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B1977-F990-932B-E269-9B629669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47C65-8031-4074-E679-6B564A62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E44A1-C722-8408-F76C-FE5422CB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6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5845-CC76-3EDC-CD9A-A73160F4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C0803-2B4E-518F-3987-77A4C11C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F7BD6-8943-ADCA-D541-42445ED1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69ADA-F66B-0505-BE93-DC19CA81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9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0DFD0-A2E1-6826-F571-5B001E0E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BCAE6-A0C5-0E0E-0FF4-1A250F9D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3B3A-A72B-5D45-3D47-237811A9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6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CA81-3564-A7D6-9CC5-F0C006B9F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ADDE-F0D2-516B-3F16-210225D6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5AF18-A3AD-7301-5958-32F53D04A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8E430-EA36-4208-C769-783AA392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4BD9A-EC41-1A5B-E703-CAEF788F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01BF5-7070-C817-0030-016005AC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1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D2B9-3127-A4F6-C082-AE91A23A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E5384-9DFE-5A53-2DF4-B5E4F646E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76F60-B157-BFC4-F692-1AA83C39E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7AAA5-45AA-9269-2B3D-72FC31D6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C77E0-18DA-7CD6-6EEC-A4102CF9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97853-31FF-6F24-833E-59B241AB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58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E88A-5670-6C16-E5A4-7B8D6619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8926D-325D-C6DE-82D1-EDD788D62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084B-987E-A201-62C4-117FE22C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A5061-146E-72E6-5ABA-48053AAC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2D009-DB39-9A95-AD7D-9B70D3B3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2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A50D0-6393-0152-3765-FBD062D2A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C265D-6131-8027-ACC9-D75951227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3F3B-2B4D-B81F-66A8-E876C0925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0AADE-6EE9-9647-6B04-B7863DA3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A29E9-E300-B857-1F23-1954E70E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9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1FFA7-1595-8F42-B083-1B5EF961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084-70C4-E163-D58B-A9FF723D2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F823C-3BFE-38CA-CF2B-356D2FFD6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3E98-A3CE-41A4-85B0-E616FC941726}" type="datetimeFigureOut">
              <a:rPr lang="en-IN" smtClean="0"/>
              <a:t>31-01-2023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67C5A-CB59-5148-59CD-7D5EEFE06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274F8-8082-34CC-E259-FD7F7ABD3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45E2F-FF75-4BE9-AFBC-B46A0E8FB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5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C1AC-8281-C682-1976-BC50B27F9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TestPPT</a:t>
            </a:r>
            <a:r>
              <a:rPr lang="en-US" dirty="0"/>
              <a:t>		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18919-B2B8-8575-8A25-7B9FCFCCE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/>
              <a:t>first test ppt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06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TestPPT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TestPPT  </dc:title>
  <dc:creator>Jitendra yadav</dc:creator>
  <cp:lastModifiedBy>Jitendra yadav</cp:lastModifiedBy>
  <cp:revision>1</cp:revision>
  <dcterms:created xsi:type="dcterms:W3CDTF">2023-01-31T08:10:21Z</dcterms:created>
  <dcterms:modified xsi:type="dcterms:W3CDTF">2023-01-31T08:10:42Z</dcterms:modified>
</cp:coreProperties>
</file>